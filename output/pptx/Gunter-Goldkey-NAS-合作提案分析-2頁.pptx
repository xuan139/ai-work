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fc26b4b9fd468c" /><Relationship Type="http://schemas.openxmlformats.org/officeDocument/2006/relationships/extended-properties" Target="/docProps/app.xml" Id="R4b761ce0ee664021" /><Relationship Type="http://schemas.openxmlformats.org/officeDocument/2006/relationships/officeDocument" Target="/ppt/presentation.xml" Id="R7cb08e3a062949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7ae303379742e0"/>
  </p:sldMasterIdLst>
  <p:notesMasterIdLst>
    <p:notesMasterId xmlns:r="http://schemas.openxmlformats.org/officeDocument/2006/relationships" r:id="R187688c66ce04595"/>
  </p:notesMasterIdLst>
  <p:sldIdLst>
    <p:sldId xmlns:r="http://schemas.openxmlformats.org/officeDocument/2006/relationships" id="256" r:id="R4a4a14eef7e247d5"/>
    <p:sldId xmlns:r="http://schemas.openxmlformats.org/officeDocument/2006/relationships" id="257" r:id="R7369496996344b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00cb086a4c4ccf" /><Relationship Type="http://schemas.openxmlformats.org/officeDocument/2006/relationships/slideMaster" Target="/ppt/slideMasters/slideMaster1.xml" Id="R0d7ae303379742e0" /><Relationship Type="http://schemas.openxmlformats.org/officeDocument/2006/relationships/notesMaster" Target="/ppt/notesMasters/notesMaster1.xml" Id="R187688c66ce04595" /><Relationship Type="http://schemas.openxmlformats.org/officeDocument/2006/relationships/presProps" Target="/ppt/presProps.xml" Id="R2fb7b962770b4c3b" /><Relationship Type="http://schemas.openxmlformats.org/officeDocument/2006/relationships/tableStyles" Target="/ppt/tableStyles.xml" Id="R53797efd903c4b2f" /><Relationship Type="http://schemas.openxmlformats.org/officeDocument/2006/relationships/slide" Target="/ppt/slides/slide1.xml" Id="R4a4a14eef7e247d5" /><Relationship Type="http://schemas.openxmlformats.org/officeDocument/2006/relationships/slide" Target="/ppt/slides/slide2.xml" Id="R7369496996344b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60386ff7f54b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c378ebc67346a7" /><Relationship Type="http://schemas.openxmlformats.org/officeDocument/2006/relationships/notesMaster" Target="/ppt/notesMasters/notesMaster1.xml" Id="R3015e4e48a984f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84690e29e84ba3" /><Relationship Type="http://schemas.openxmlformats.org/officeDocument/2006/relationships/notesMaster" Target="/ppt/notesMasters/notesMaster1.xml" Id="R4aa8d54ae03447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來源：[Gunter x Goldkey] NAS 硬體 x 軟體合作proposal_0930y26_A.pdf，第 4、7、13、15、16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來源：[Gunter x Goldkey] NAS 硬體 x 軟體合作proposal_0930y26_A.pdf，第 6、7、13 至 16 頁。第 6 與第 7 頁對 Docker／VM 的範圍描述不一致。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b8a9228a64a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e6b3b2aff849f0" /><Relationship Type="http://schemas.openxmlformats.org/officeDocument/2006/relationships/slideLayout" Target="/ppt/slideLayouts/slideLayout1.xml" Id="R52405716c8c649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405716c8c649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eb8b730f94a10" /><Relationship Type="http://schemas.openxmlformats.org/officeDocument/2006/relationships/image" Target="/ppt/media/image.png" Id="R22251d6ce7ca4d31" /><Relationship Type="http://schemas.openxmlformats.org/officeDocument/2006/relationships/notesSlide" Target="/ppt/notesSlides/notesSlide1.xml" Id="Refa34dca479541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909d69e8e4e18" /><Relationship Type="http://schemas.openxmlformats.org/officeDocument/2006/relationships/image" Target="/ppt/media/image2.png" Id="R2a0d9f07875f459e" /><Relationship Type="http://schemas.openxmlformats.org/officeDocument/2006/relationships/image" Target="/ppt/media/image3.png" Id="Rcd1a5250fe264c0f" /><Relationship Type="http://schemas.openxmlformats.org/officeDocument/2006/relationships/notesSlide" Target="/ppt/notesSlides/notesSlide2.xml" Id="R1d601e07babe42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BEB109-2BDD-4565-AF37-02776BCD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D5738-4FB7-4D6F-A21E-DB4EA94D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AA185-15B3-4BC3-BBEB-09DFA152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Gunter × Goldkey  NAS 硬體 × 軟體合作提案分析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F5348-4C94-498E-8A6F-ABA9673E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198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92FCC-3B0B-4089-80F5-B7C60099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28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Consumer NAS 合作提案摘要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40CBB-6533-43C3-A303-91659A4E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消費型 2／4 Bay NAS，以易用、可靠與低維護複雜度切入家庭及小型工作室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51d6ce7ca4d31"/>
          <a:srcRect xmlns:a="http://schemas.openxmlformats.org/drawingml/2006/main" l="13950" t="0" r="139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95250"/>
            <a:ext cx="4191000" cy="6477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48F46-03B7-40DE-8126-55071FDB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5250"/>
            <a:ext cx="209550" cy="647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7D06C-1EC3-4994-B89E-A5E5BB46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6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產品與範圍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09467-BF35-4C2A-80A9-7E02AB9D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200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核心價值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8DF57-4A6B-4360-9C27-E924F1CE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1145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Private Cloud、手機照片備份、檔案與影音、遠端存取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F6390-FA79-4363-BFE4-0E3C124E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200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首發重點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5C775-5398-49D0-94F2-EAFBC3F5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5717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設定、RAID 1、備份、照片、OTA、Rollback、RMA 診斷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8CD81-F96B-4CEB-89FD-1D4BBC93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200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競爭方式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23BA6-AC3E-4423-945D-365ABF6D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0289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不追求功能數量，以 Consumer UX、穩定性與價格區隔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4C89D-1B19-4F1A-BB8C-BCAEFBAC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200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第二階段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421A5-FD37-40B7-82A0-EC48317A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4861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Multi-NAS、AI 相片分類、NVMe 與 Creator 工作流程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13F7FD-1EAE-4096-B742-BC80F76F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FE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DBCF3B-8BE0-4D97-82FA-1A9A9D04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6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合作責任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D5937-E7F9-4130-9A1D-1E89243C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Gunter 主責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B4B29-4FD0-4BC5-B82B-5EEE81A5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產品定義、硬體 BOM、製造供應鏈、認證與客戶 PoC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A2507D-DE53-4D19-8250-C8189A67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67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AA9832-16BE-4D19-9F6F-53EFDC5F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86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軟體夥伴主責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3CACAD-8858-46D4-937C-7AE9BF6F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101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Linux Image、Storage／RAID、Backup、Web UI、OTA 與診斷工具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08C5B2-7D60-41E5-AF92-22992679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共同驗證：效能、斷電／RAID、相容性、Release Criteria 與 Security Review</a:t>
            </a:r>
          </a:p>
        </p:txBody>
      </p:sp>
    </p:spTree>
    <p:extLst>
      <p:ext uri="{BB962C8B-B14F-4D97-AF65-F5344CB8AC3E}">
        <p14:creationId xmlns:p14="http://schemas.microsoft.com/office/powerpoint/2010/main" val="1011302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F62BD8-29BB-42D7-895D-535480A0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FE1E4-1303-4615-9EA7-20F892B9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9F80C-4F5B-4689-AD60-03F151F0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Gunter × Goldkey  NAS 硬體 × 軟體合作提案分析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AA702-3449-4962-9432-94B8857C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198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EF823-4B4B-45C8-8110-F04274A5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28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量產前需完成的六項決策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5995D-FD2C-485C-A7FA-B13EB546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目前方向清楚，但產品範圍、責任與商業條件仍不足以進入正式估價與量產承諾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2A4AE-6185-4C59-9F6B-27CF2635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ABD72-99FF-4117-84E8-D228255A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57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首發 SKU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32D32-9B6D-4D42-9995-801362D9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573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2 Bay 或 2／4 Bay；首發容量與 NVMe 定位需統一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E04DE-34F8-41A9-AE57-AC2C99E3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693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6BD2C-DED2-4E52-9484-AC454111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145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D883E-6C8A-44DC-9156-E0CC9DF8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145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CPU 與 BSP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7BA3C-1D43-450D-B516-9FC373C5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145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Intel 或 ARM 擇一；明确 BSP、Driver 與 Linux Image 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C34D8-BF56-4D16-A4C7-640D9124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693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1E79E-F7A6-46E4-9798-73615346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0CCE6-3C0D-4426-9420-8D5715E0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功能邊界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424D3-8913-4312-9E5B-25C500D2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718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Docker／VM 在第 6、7 頁互相矛盾，需做單一結論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B9D4E-7F6E-4371-BA16-BABDD704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19475"/>
            <a:ext cx="693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A8BAA-6B9B-4646-A051-A01BB821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290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DB38E-2412-4368-AD08-2A5A1B7E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29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Cloud 架構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8E688E-E22A-489C-BF5A-C5DDF756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290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帳號、遠端存取、NAT 穿透、Multi-NAS 成本與資料路徑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BFBD2C-93C0-4E95-A5CD-E2996130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693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99496-5095-4959-A5B2-FA1D5F52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8172B2-4CC1-4CBD-9F70-BF0FB984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驗收標準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3E73FA-DE66-4149-9EF4-3DF250F2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862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補上效能、斷電次數、Rebuild、OTA 成功率與 CVE SLA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318D86-B031-49CB-AEA6-B78B8FF4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693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AB3AE4-D3A2-4FC3-B349-CE69955E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BDEDBE-0075-4451-8DF3-94032A5A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43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商業與 IP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FA2E6E-4672-4D83-A9B1-1ACAE7B1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434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NRE、授權、Royalty、原始碼、新開發 IP、維護年限與終止條款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158460-9D3D-4791-B6E1-AB5CB14C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693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A64A64-0260-43AC-9815-5B717271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6A08"/>
                </a:solidFill>
                <a:latin typeface="Heiti TC"/>
                <a:ea typeface="Heiti TC"/>
                <a:cs typeface="Heiti TC"/>
              </a:defRPr>
            </a:pPr>
            <a:r>
              <a:rPr sz="1575" b="1">
                <a:solidFill>
                  <a:srgbClr val="B46A08"/>
                </a:solidFill>
                <a:latin typeface="Heiti TC"/>
                <a:ea typeface="Heiti TC"/>
                <a:cs typeface="Heiti TC"/>
              </a:rPr>
              <a:t>文件中的直接衝突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d9f07875f459e"/>
          <a:stretch xmlns:a="http://schemas.openxmlformats.org/drawingml/2006/main"/>
        </p:blipFill>
        <p:spPr>
          <a:xfrm xmlns:a="http://schemas.openxmlformats.org/drawingml/2006/main">
            <a:off x="8096250" y="1971675"/>
            <a:ext cx="3352800" cy="18859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F6F4A0-1B0D-4072-9F25-5EB773E2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335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第 6 頁：規格列出 Docker 與 Virtual Machine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a5250fe264c0f"/>
          <a:stretch xmlns:a="http://schemas.openxmlformats.org/drawingml/2006/main"/>
        </p:blipFill>
        <p:spPr>
          <a:xfrm xmlns:a="http://schemas.openxmlformats.org/drawingml/2006/main">
            <a:off x="8096250" y="4238625"/>
            <a:ext cx="3352800" cy="18859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6314A1-53E6-491D-A5F1-C2CF5940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24575"/>
            <a:ext cx="335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第 7 頁：明確不做 Docker、Container 與 VM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81E0F7-E1AF-43DF-9FC1-6088CC7F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6953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6F3"/>
          </a:solidFill>
          <a:ln xmlns:a="http://schemas.openxmlformats.org/drawingml/2006/main" w="9525">
            <a:solidFill>
              <a:srgbClr val="168A8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5FAB8F-7DDC-4C6C-9328-0C7CB001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150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建議產品線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F86F9C-CF76-4BF9-8B70-6614EDB3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86450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80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Consumer NAS Core 聚焦儲存與備份；AI Work 另列為 SOHO／商用選配能力包</a:t>
            </a:r>
          </a:p>
        </p:txBody>
      </p:sp>
    </p:spTree>
    <p:extLst>
      <p:ext uri="{BB962C8B-B14F-4D97-AF65-F5344CB8AC3E}">
        <p14:creationId xmlns:p14="http://schemas.microsoft.com/office/powerpoint/2010/main" val="987484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2026-10-01T03:08:54.8870000Z</dcterms:created>
  <dcterms:modified xsi:type="dcterms:W3CDTF">2026-10-01T03:08:54.8870000Z</dcterms:modified>
</coreProperties>
</file>